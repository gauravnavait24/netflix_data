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NETFLIX_17432420235920/Netflix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06B1E9F-9F4C-4B5E-9FCA-4830C332595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NETFLIX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DBA26DD-38AC-4937-A0A1-9A27E51FD74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1/15/2026 7:21:27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movies &amp;amp; TV shows by years" id="2" name="slide2">
            <a:extLst>
              <a:ext uri="{FF2B5EF4-FFF2-40B4-BE49-F238E27FC236}">
                <a16:creationId xmlns:a16="http://schemas.microsoft.com/office/drawing/2014/main" id="{CAE506CB-4E11-4216-ABFE-DAEBB36247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050"/>
            <a:ext cx="12192000" cy="48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movies &amp;amp; TV shows by country" id="3" name="slide3">
            <a:extLst>
              <a:ext uri="{FF2B5EF4-FFF2-40B4-BE49-F238E27FC236}">
                <a16:creationId xmlns:a16="http://schemas.microsoft.com/office/drawing/2014/main" id="{421197DE-D99B-4B41-A913-D959B8FC6C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3196"/>
            <a:ext cx="12191999" cy="51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genre" id="4" name="slide4">
            <a:extLst>
              <a:ext uri="{FF2B5EF4-FFF2-40B4-BE49-F238E27FC236}">
                <a16:creationId xmlns:a16="http://schemas.microsoft.com/office/drawing/2014/main" id="{D1C16B45-DED5-4518-AD23-7CB161E132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948"/>
            <a:ext cx="12192000" cy="514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vies &amp;amp; TV shows distribution" id="5" name="slide5">
            <a:extLst>
              <a:ext uri="{FF2B5EF4-FFF2-40B4-BE49-F238E27FC236}">
                <a16:creationId xmlns:a16="http://schemas.microsoft.com/office/drawing/2014/main" id="{75819FEA-D874-48DC-94FA-E5DAD1DC4F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2136"/>
            <a:ext cx="12192001" cy="517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tings" id="6" name="slide6">
            <a:extLst>
              <a:ext uri="{FF2B5EF4-FFF2-40B4-BE49-F238E27FC236}">
                <a16:creationId xmlns:a16="http://schemas.microsoft.com/office/drawing/2014/main" id="{50FA267F-8731-4E6D-A162-B207D0B0DF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948"/>
            <a:ext cx="12192000" cy="514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cription" id="7" name="slide7">
            <a:extLst>
              <a:ext uri="{FF2B5EF4-FFF2-40B4-BE49-F238E27FC236}">
                <a16:creationId xmlns:a16="http://schemas.microsoft.com/office/drawing/2014/main" id="{6DCA212E-F01E-4443-8B6B-7683237229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2617"/>
            <a:ext cx="12192000" cy="55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e Added" id="8" name="slide8">
            <a:extLst>
              <a:ext uri="{FF2B5EF4-FFF2-40B4-BE49-F238E27FC236}">
                <a16:creationId xmlns:a16="http://schemas.microsoft.com/office/drawing/2014/main" id="{CB540155-692F-43A7-8844-74CDBB6911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585"/>
            <a:ext cx="12192000" cy="54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uration" id="9" name="slide9">
            <a:extLst>
              <a:ext uri="{FF2B5EF4-FFF2-40B4-BE49-F238E27FC236}">
                <a16:creationId xmlns:a16="http://schemas.microsoft.com/office/drawing/2014/main" id="{63ABCD13-BD60-4BE3-ABB0-120D0F1657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585"/>
            <a:ext cx="12192000" cy="54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ting" id="10" name="slide10">
            <a:extLst>
              <a:ext uri="{FF2B5EF4-FFF2-40B4-BE49-F238E27FC236}">
                <a16:creationId xmlns:a16="http://schemas.microsoft.com/office/drawing/2014/main" id="{B5D64F1F-5AF7-4181-8AB8-2058B61343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585"/>
            <a:ext cx="12192000" cy="54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eased year" id="11" name="slide11">
            <a:extLst>
              <a:ext uri="{FF2B5EF4-FFF2-40B4-BE49-F238E27FC236}">
                <a16:creationId xmlns:a16="http://schemas.microsoft.com/office/drawing/2014/main" id="{5671606E-6E1C-4C9D-806E-D8C0E0D8B9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585"/>
            <a:ext cx="12192000" cy="54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re" id="12" name="slide12">
            <a:extLst>
              <a:ext uri="{FF2B5EF4-FFF2-40B4-BE49-F238E27FC236}">
                <a16:creationId xmlns:a16="http://schemas.microsoft.com/office/drawing/2014/main" id="{9446979D-0B98-4F3E-970E-BFEE31742AA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2617"/>
            <a:ext cx="12192000" cy="55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tflix" id="13" name="slide13">
            <a:extLst>
              <a:ext uri="{FF2B5EF4-FFF2-40B4-BE49-F238E27FC236}">
                <a16:creationId xmlns:a16="http://schemas.microsoft.com/office/drawing/2014/main" id="{A41755B3-8995-447B-B505-6B62BE27BF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97" y="0"/>
            <a:ext cx="11663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1" id="14" name="slide14">
            <a:extLst>
              <a:ext uri="{FF2B5EF4-FFF2-40B4-BE49-F238E27FC236}">
                <a16:creationId xmlns:a16="http://schemas.microsoft.com/office/drawing/2014/main" id="{BDFB8EBD-1754-4447-8A86-98F082CA5C5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2" id="15" name="slide15">
            <a:extLst>
              <a:ext uri="{FF2B5EF4-FFF2-40B4-BE49-F238E27FC236}">
                <a16:creationId xmlns:a16="http://schemas.microsoft.com/office/drawing/2014/main" id="{D641FCF1-A0F0-4D18-A438-EE9A44F600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3" id="16" name="slide16">
            <a:extLst>
              <a:ext uri="{FF2B5EF4-FFF2-40B4-BE49-F238E27FC236}">
                <a16:creationId xmlns:a16="http://schemas.microsoft.com/office/drawing/2014/main" id="{D803E984-CC6A-42D2-AAF4-6656A5A59AC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4" id="17" name="slide17">
            <a:extLst>
              <a:ext uri="{FF2B5EF4-FFF2-40B4-BE49-F238E27FC236}">
                <a16:creationId xmlns:a16="http://schemas.microsoft.com/office/drawing/2014/main" id="{FD0405CC-5906-46B7-9C6B-D8CBAE0C30D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5" id="18" name="slide18">
            <a:extLst>
              <a:ext uri="{FF2B5EF4-FFF2-40B4-BE49-F238E27FC236}">
                <a16:creationId xmlns:a16="http://schemas.microsoft.com/office/drawing/2014/main" id="{CFDE8A47-0CCC-43E8-AB8F-88E3392E0EF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IEW OF NETFLIX CONTENT6" id="19" name="slide19">
            <a:extLst>
              <a:ext uri="{FF2B5EF4-FFF2-40B4-BE49-F238E27FC236}">
                <a16:creationId xmlns:a16="http://schemas.microsoft.com/office/drawing/2014/main" id="{8D1C2161-4BC8-49AF-88ED-D302559D064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IGHTS1" id="20" name="slide20">
            <a:extLst>
              <a:ext uri="{FF2B5EF4-FFF2-40B4-BE49-F238E27FC236}">
                <a16:creationId xmlns:a16="http://schemas.microsoft.com/office/drawing/2014/main" id="{3876D60A-96B6-4868-9F22-EFDB8CECE70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2026-01-15T07:21:33Z</dcterms:created>
  <dcterms:modified xsi:type="dcterms:W3CDTF">2026-01-15T07:21:33Z</dcterms:modified>
</cp:coreProperties>
</file>